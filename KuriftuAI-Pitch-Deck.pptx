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097280"/>
            <a:ext cx="548640" cy="548640"/>
          </a:xfrm>
          <a:prstGeom prst="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KuriftuAI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Guest Concierge &amp; Revenue Engine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transforms how Kuriftu Resort serves guests, optimizes pricing, and drives revenue — while solving the hospitality labor challenge.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Hackathon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Bisrat Gizaw  |  April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Ethiopia's hospitality industry faces critical constraints that limit growth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" cy="2743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hotels struggle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skilled staff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labor shortage limits service quality across Ethiopian resorts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645920"/>
            <a:ext cx="54864" cy="2743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from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upsell chances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can't personalize offers at scale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45920"/>
            <a:ext cx="54864" cy="2743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5508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to manage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inconsistent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Kuriftu operates across Ethiopia with fragmented guest insights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KuriftuAI is a unified AI platform with three integrated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468880" cy="2926080"/>
          </a:xfrm>
          <a:prstGeom prst="rect">
            <a:avLst/>
          </a:prstGeom>
          <a:solidFill>
            <a:srgbClr val="3D2A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Concierge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guest chat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reservation handling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upselling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840480"/>
            <a:ext cx="2011680" cy="365760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3-4 front desk staff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468880" cy="2926080"/>
          </a:xfrm>
          <a:prstGeom prst="rect">
            <a:avLst/>
          </a:prstGeom>
          <a:solidFill>
            <a:srgbClr val="3D2A1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Engine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room pricing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AI-identified upsell opportunities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Cross-location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3840480"/>
            <a:ext cx="2011680" cy="365760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 upsell conversion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468880" cy="2926080"/>
          </a:xfrm>
          <a:prstGeom prst="rect">
            <a:avLst/>
          </a:prstGeom>
          <a:solidFill>
            <a:srgbClr val="3D2A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Intelligence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sentiment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aggregation (all platforms)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alerts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 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840480"/>
            <a:ext cx="2011680" cy="365760"/>
          </a:xfrm>
          <a:prstGeom prst="rect">
            <a:avLst>
              <a:gd name="adj" fmla="val 125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response rate to issues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0" cy="320040"/>
          </a:xfrm>
          <a:prstGeom prst="line">
            <a:avLst/>
          </a:prstGeom>
          <a:noFill/>
          <a:ln w="19050">
            <a:solidFill>
              <a:srgbClr val="E7E0D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819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profiles, booking history, reviews from all platforms, and real-time occupancy data flow into our AI engine.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587752"/>
            <a:ext cx="0" cy="320040"/>
          </a:xfrm>
          <a:prstGeom prst="line">
            <a:avLst/>
          </a:prstGeom>
          <a:noFill/>
          <a:ln w="19050">
            <a:solidFill>
              <a:srgbClr val="E7E0D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3716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591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 analyze sentiment. ML models predict demand and optimal pricing. Recommendation engine identifies upsell matches.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3364992"/>
            <a:ext cx="0" cy="320040"/>
          </a:xfrm>
          <a:prstGeom prst="line">
            <a:avLst/>
          </a:prstGeom>
          <a:noFill/>
          <a:ln w="19050">
            <a:solidFill>
              <a:srgbClr val="E7E0D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3716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Actions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363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engages guests with personalized suggestions. Dashboard alerts managers to issues and opportunities in real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C181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&amp; Improve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136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improves the model. Conversion data refines recommendations. Feedback loops ensure continuous optimization.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FEF9F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React + Next.js  |  Python ML Pipeline  |  NLP Sentiment Engine  |  Real-time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based on industry benchmarks for AI in hospitality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+$420K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Uplift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dynamic pricing and AI upselling across all locations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Cost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handles routine inquiries, freeing staff for high-touch 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Guest Rating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sentiment analysis enables proactive service recovery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292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Conversion 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recommendations vs. industry avg of 8-12%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Kuriftu today. Designed for Africa's hospitality industry tomorrow.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(Now)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468880" cy="2377440"/>
          </a:xfrm>
          <a:prstGeom prst="rect">
            <a:avLst/>
          </a:prstGeom>
          <a:solidFill>
            <a:srgbClr val="3D2A1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Kuriftu 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Bishoftu location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+ pricing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ROI in 90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(Q3 2026)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468880" cy="2377440"/>
          </a:xfrm>
          <a:prstGeom prst="rect">
            <a:avLst/>
          </a:prstGeom>
          <a:solidFill>
            <a:srgbClr val="3D2A1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Multi-Location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all 6 locations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Cross-location guest profiles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(2027)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468880" cy="2377440"/>
          </a:xfrm>
          <a:prstGeom prst="rect">
            <a:avLst/>
          </a:prstGeom>
          <a:solidFill>
            <a:srgbClr val="3D2A1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Play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for Ethiopian hotels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(Amharic, Oromo)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hospitality AI leader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$2.4B African hospitality tech market by 2028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1280160"/>
            <a:ext cx="640080" cy="640080"/>
          </a:xfrm>
          <a:prstGeom prst="rect">
            <a:avLst>
              <a:gd name="adj" fmla="val 14286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6177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KuriftuAI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Ethiopian Hospitality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Intelligent 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live demo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Bisrat Gizaw  |  bgizaw@sandtech.com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KuriftuAI — Intelligent Guest Concierge &amp; Revenue Engine</dc:title>
  <dc:subject>PptxGenJS Presentation</dc:subject>
  <dc:creator>Bisrat Gizaw</dc:creator>
  <cp:lastModifiedBy>Bisrat Gizaw</cp:lastModifiedBy>
  <cp:revision>1</cp:revision>
  <dcterms:created xsi:type="dcterms:W3CDTF">2026-04-04T09:28:41Z</dcterms:created>
  <dcterms:modified xsi:type="dcterms:W3CDTF">2026-04-04T09:28:41Z</dcterms:modified>
</cp:coreProperties>
</file>